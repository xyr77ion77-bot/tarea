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 A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Trimestre 1</c:v>
                </c:pt>
                <c:pt idx="1">
                  <c:v>Trimestre 2</c:v>
                </c:pt>
                <c:pt idx="2">
                  <c:v>Trimestre 3</c:v>
                </c:pt>
                <c:pt idx="3">
                  <c:v>Trimestre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6.0</c:v>
                </c:pt>
                <c:pt idx="2">
                  <c:v>7.5</c:v>
                </c:pt>
                <c:pt idx="3">
                  <c:v>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B</c:v>
                </c:pt>
              </c:strCache>
            </c:strRef>
          </c:tx>
          <c:spPr>
            <a:solidFill>
              <a:srgbClr val="2E9CCA"/>
            </a:solidFill>
          </c:spPr>
          <c:cat>
            <c:strRef>
              <c:f>Sheet1!$A$2:$A$5</c:f>
              <c:strCache>
                <c:ptCount val="4"/>
                <c:pt idx="0">
                  <c:v>Trimestre 1</c:v>
                </c:pt>
                <c:pt idx="1">
                  <c:v>Trimestre 2</c:v>
                </c:pt>
                <c:pt idx="2">
                  <c:v>Trimestre 3</c:v>
                </c:pt>
                <c:pt idx="3">
                  <c:v>Trimestre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4.2</c:v>
                </c:pt>
                <c:pt idx="2">
                  <c:v>5.5</c:v>
                </c:pt>
                <c:pt idx="3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109728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Título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2E9CCA"/>
                </a:solidFill>
                <a:latin typeface="Calibri"/>
              </a:rPr>
              <a:t>Subtítulo, evento o materia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Autor: Tu Nombre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07/10/2026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Introducción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Objetivos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Desarrollo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Resultados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Conclusiones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Preguntas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Presenta aquí el contexto y la motivación de tu trabajo: qué problema abordas, por qué es relevante y qué esperas lograr con esta presentación.
Mantén los párrafos breves: 3 o 4 ideas por diapositiva bastan para que el mensaje sea claro y fácil de seguir.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21208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4206240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  <a:latin typeface="Calibri"/>
              </a:rPr>
              <a:t>Objetivo general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Describe en una frase el logro principal que buscas.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Debe ser claro, medible y acotado en el tiempo.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21208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73152" cy="4206240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  <a:latin typeface="Calibri"/>
              </a:rPr>
              <a:t>Objetivos específicos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Primer objetivo concreto y verificable.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Segundo objetivo concreto y verificable.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Tercer objetivo concreto y verificable.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Desarrollo: Tema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Primer punto principal del desarrollo.</a:t>
            </a:r>
          </a:p>
          <a:p>
            <a:pPr lv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–  Detalle o evidencia que respalda el punto.</a:t>
            </a:r>
          </a:p>
          <a:p>
            <a:pPr lv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–  Ejemplo concreto o dato de apoyo.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Segundo punto principal del desarrollo.</a:t>
            </a:r>
          </a:p>
          <a:p>
            <a:pPr lv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–  Detalle o evidencia que respalda el punto.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Tercer punto principal del desarrollo.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Desarrollo: Tema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21208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73152" cy="4206240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  <a:latin typeface="Calibri"/>
              </a:rPr>
              <a:t>Enfoque / método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Cómo abordaste el tema.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Herramientas o fuentes utilizadas.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Pasos principales del proceso.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212080" cy="4206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73152" cy="4206240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  <a:latin typeface="Calibri"/>
              </a:rPr>
              <a:t>Hallazgos / ideas clave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Resultado más importante obtenido.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Segunda idea relevante.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Tercera idea relevante.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645920"/>
          <a:ext cx="6858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2011680"/>
            <a:ext cx="3200400" cy="3657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2011680"/>
            <a:ext cx="73152" cy="3657600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19456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  <a:latin typeface="Calibri"/>
              </a:rPr>
              <a:t>Lectura rápida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Serie A crece de forma sostenida.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Serie B acompaña con menor magnitud.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Reemplaza estos datos por los tuyos.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Datos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418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846320"/>
                <a:gridCol w="1828800"/>
              </a:tblGrid>
              <a:tr h="658368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Aspecto 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Descripción breve del aspecto.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00 %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Aspecto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Descripción breve del aspecto.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Aspecto 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Descripción breve del aspecto.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00 %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Aspecto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Descripción breve del aspecto.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Nota: sustituye los datos de ejemplo por los resultados reales.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Primera conclusión: resume el hallazgo más importante.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Segunda conclusión: conecta los resultados con los objetivos.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Tercera conclusión: indica el siguiente paso o recomendación.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2E9CCA"/>
                </a:solidFill>
                <a:latin typeface="Calibri"/>
              </a:rPr>
              <a:t>¿Preguntas o comentarios?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correo@ejemplo.com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